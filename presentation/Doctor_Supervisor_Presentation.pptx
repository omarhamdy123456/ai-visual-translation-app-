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Translate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E2E8F0"/>
                </a:solidFill>
              </a:defRPr>
            </a:pPr>
            <a:r>
              <a:t>Multimodal OCR &amp; Translation System</a:t>
            </a:r>
            <a:br/>
            <a:r>
              <a:t>[Your Name]  ·  [Supervisor Name]</a:t>
            </a:r>
            <a:br/>
            <a:r>
              <a:t>[Department / University]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Problem &amp; motivation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Research objectives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System architecture &amp; methodology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OCR engines, preprocessing, and translation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Application modes (text, image, video, handwriting)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Experimental evaluation (CER / WER)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Results, challenges, and improvements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Travelers, migrants, and field workers often face text they cannot read (signs, menus, forms, subtitles).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Manual translation is slow; generic phone apps lack control over OCR quality and layout preservation.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Scene text varies in font, size, language, lighting, and camera angle — hurting recognition accuracy.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Need: an integrated pipeline that extracts text reliably, translates it, and optionally redraws results on the image or video.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Design a modular multimodal translation pipeline (text, image, video, handwriting).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Compare and combine OCR backends for multilingual scene text (Arabic + English focus).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Apply image preprocessing to improve OCR on real-world photos (glare, noise, skew).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Measure OCR quality with standard metrics (CER, WER) on fair benchmark datasets.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Deliver a working prototype (Streamlit UI) demonstrating end-to-end translation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System Overview — Translate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Web application (Streamlit) branded SkyTranslate in the UI.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Input: typed text, uploaded/camera images, video files, or handwriting (PDF/photo).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Processing: OCR (when needed) → language detection → machine translation → optional visual overlay.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Output: translated text, annotated images with bounding boxes, translated photos/videos, export (PDF/JSON).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Translation default: Google Cloud Translate API (online, high quality).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Architecture &amp; 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UI layer: Streamlit (`app.py`) — mode selection, language settings, results tabs.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Orchestration: `ocr_translator.py` — preprocess, OCR, box merge, overlay rendering, video sampling.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OCR workers: isolated subprocess for PaddleOCR (`paddle_ocr_worker.py`) — stable on Windows.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Translation: Google Cloud Translate (batch + segment-level for OCR lines).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Evaluation: `eval_experimental_results.py`, `benchmark_funsd_fullpage.py` — reproducible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Replace UI with REST API (FastAPI) is a natural production extension.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Language: Python 3.11+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OCR: PaddleOCR 3.x, EasyOCR, TrOCR (Hugging Face hybrid for handwriting)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CV / preprocessing: OpenCV, PIL, optional RIDNet denoising, CLAHE, perspective correction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Translation: Google Cloud Translate; OpenAI for handwriting transcription &amp; photo generation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ML runtime: PyTorch, PaddlePaddle; GPU/CPU selectable in the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OCR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Detection: find text regions (quadrilateral bounding boxes).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Recognition: read each region with a language-specific model.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PaddleOCR: one pass per language (e.g. Arabic then English), results merged.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Post-processing: confidence filtering, duplicate merge, reading-order sort, RTL handling for Arabic.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Outputs: (text, bbox, language tag, confidence) per line or word.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Image Preprocessing (Before OCR)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Resize to effective max dimension while preserving readability.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Optional GPU pipeline: denoise (DnCNN / RIDNet), illumination correction, sharpen, CLAHE.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Optional perspective dewarp for angled documents and screens.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Optional OpenAI image enhance for glare-heavy night photos (API cost).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Goal: improve contrast and stroke clarity without destroying fine 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Translation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Each OCR segment translated once; duplicates deduplicated across video frames.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Source language inferred per segment (Arabic script vs Latin vs mixed signage).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Google Cloud Translate: batched requests for speed; fallback to local NLLB if cloud unavailable.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Arabic target: reshaping + BiDi for correct RTL display on overlays.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Optional: generate translated photo (local inpaint + text draw, or OpenAI image edit).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Application Modes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Four Input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Text — direct paste/type → translate (no OCR).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Image — upload or camera → OCR → translate → optional bounding-box view &amp; translated photo.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Video — sample frames → OCR per frame → translate subtitles → optional translated video export.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Handwriting — OpenAI Vision transcription → translate → bilingual PDF/PNG export.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Experimental Evaluation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Evaluation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Metrics: Character Error Rate (CER) and Word Error Rate (WER) via `jiwer`.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Arabic: line-level crops from `merged_arabic_rec` validation set (fair labels, ≤10 chars per line).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English: full-page FUNSD test split (50 pages) — realistic document OCR, not single-word crops.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Avoid unfair benchmarks: word-only FUNSD crops and paragraph-length Qari labels excluded from training eval.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Hardware: NVIDIA RTX 3050 Laptop GPU; reproducible scripts under `experimental_results/`.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Results — Arabic Line OCR (PaddleOCR pretrained)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Dataset: merged_arabic_rec validation — 222 line samples.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CER (mean): 0.19 — about 1 character wrong per 5 characters.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WER (mean): 0.60 — word boundaries remain challenging.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Exact match rate: 43%.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Interpretation: usable for short Arabic line crops; fine-tuning on line data recommended for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Source: experimental_results/ocr_results.json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Results — English Full-Page Forms (FUNSD)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Dataset: nielsr/funsd test split — 50 full pages.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PaddleOCR full-page CER ≈ 0.43, WER ≈ 0.58 (project benchmark).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EasyOCR on same split: CER ≈ 0.49, WER ≈ 0.77 (reference comparison).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Full-page OCR is harder than line crops — layout density and small fields affect recall.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Demonstrates need for preprocessing + appropriate engine selection per document 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Source: experimental_results/funsd_fullpage_test.json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Translation Quality (Text Mode)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Offline NLLB-200 benchmark (English → Arabic, small demo set): BLEU ≈ 41.8.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Production app uses Google Cloud Translate for image/video/text modes (higher fluency).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Segment-level source-language inference avoids wrong en→en or de→de skips on multilingual OCR.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Challenges &amp; Engineering Fixes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Key Challenges Addressed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Multilingual signage: run Arabic + English Paddle passes; merge without dropping script-specific boxes.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Repeated menu labels: overlay dedupe now uses text + position (not text alone) so duplicate items stay visible.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Single-digit fields (e.g. order count “3”): lone digits no longer filtered from annotated view.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Windows stability: PaddleOCR in isolated worker avoids Paddle/Torch DLL conflicts.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Night / glare photos: preprocessing + optional OpenAI enhance; detector threshold tuning via environment variables.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Live Demo (Suggested 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1. Image mode: upload a bilingual sign or menu → show Annotated + Text tabs.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2. Select Arabic + English under OCR languages; enable preprocess if needed.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3. Translate to Arabic (or English) → show translated photo overlay.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4. Optional: video mode with sampled frames and subtitle translation.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5. Show JSON export with structured boxes for API-style consumption.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Insert screenshots from your app Annotated tab before the defense.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Built a complete multimodal translation prototype combining multiple OCR engines and cloud translation.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Quantitative evaluation shows fair baseline accuracy (Arabic line CER 0.19; English form CER ~0.43).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Modular design separates UI, OCR orchestration, and workers — suitable for API deployment.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Real-world issues (multilingual layout, dedupe, small digits) identified and fixed through systematic testing.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Fine-tune Arabic Paddle recognition on line-level dataset (`merged_arabic_rec`).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Upgrade Paddle worker to 3.x API consistently; REST API (FastAPI) with authentication.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Field-level schema extraction for forms (name, date, amount) beyond plain OCR text.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Document similarity endpoint for fraud/KYC use cases.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Mobile deployment and on-device OCR for offline-first scenarios.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E2E8F0"/>
                </a:solidFill>
              </a:defRPr>
            </a:pPr>
            <a:r>
              <a:t>Questions &amp; Discussion</a:t>
            </a:r>
            <a:br/>
            <a:br/>
            <a:r>
              <a:t>[Your email]  ·  [GitHub / project path]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